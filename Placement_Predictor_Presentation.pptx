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Industry-Ready Placement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Career Guidance Platform</a:t>
            </a:r>
          </a:p>
          <a:p/>
          <a:p>
            <a:r>
              <a:t>Advanced Machine Learning &amp; Deep Learning</a:t>
            </a:r>
          </a:p>
          <a:p>
            <a:r>
              <a:t>Skill Verification &amp; Assessment</a:t>
            </a:r>
          </a:p>
          <a:p>
            <a:r>
              <a:t>Personalized Recommendations</a:t>
            </a:r>
          </a:p>
          <a:p>
            <a:r>
              <a:t>ATS-Optimized Resume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Placement Predictor?</a:t>
            </a:r>
          </a:p>
          <a:p/>
          <a:p>
            <a:r>
              <a:t>A complete career guidance platform designed to help students improve their job placement prospects through:</a:t>
            </a:r>
          </a:p>
          <a:p/>
          <a:p>
            <a:r>
              <a:t>• Data-Driven Insights: Advanced analytics for accurate placement predictions</a:t>
            </a:r>
          </a:p>
          <a:p>
            <a:r>
              <a:t>• Skill Verification: Real-time assessment of technical and soft skills</a:t>
            </a:r>
          </a:p>
          <a:p>
            <a:r>
              <a:t>• AI-Powered Recommendations: Personalized career development paths</a:t>
            </a:r>
          </a:p>
          <a:p>
            <a:r>
              <a:t>• Comprehensive Assessment: Multi-dimensional evaluation of student capabilities</a:t>
            </a:r>
          </a:p>
          <a:p/>
          <a:p>
            <a:r>
              <a:t>Target Users:</a:t>
            </a:r>
          </a:p>
          <a:p>
            <a:r>
              <a:t>• Students seeking accurate placement predictions</a:t>
            </a:r>
          </a:p>
          <a:p>
            <a:r>
              <a:t>• Educational institutions aiming to increase placement rates</a:t>
            </a:r>
          </a:p>
          <a:p>
            <a:r>
              <a:t>• Placement officers needing analytics and tracking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Problems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This Project Matters</a:t>
            </a:r>
          </a:p>
          <a:p/>
          <a:p>
            <a:r>
              <a:t>Traditional placement systems face several challenges:</a:t>
            </a:r>
          </a:p>
          <a:p/>
          <a:p>
            <a:r>
              <a:t>❌ Low Accuracy: Traditional systems often provide inaccurate predictions</a:t>
            </a:r>
          </a:p>
          <a:p>
            <a:r>
              <a:t>❌ Unverified Skills: Employers can't trust self-reported skills</a:t>
            </a:r>
          </a:p>
          <a:p>
            <a:r>
              <a:t>❌ Poor ATS Compatibility: Resumes fail to pass automated screening</a:t>
            </a:r>
          </a:p>
          <a:p>
            <a:r>
              <a:t>❌ Generic Guidance: One-size-fits-all career advice</a:t>
            </a:r>
          </a:p>
          <a:p>
            <a:r>
              <a:t>❌ Skill Mismatch: Students lack industry-required competencies</a:t>
            </a:r>
          </a:p>
          <a:p/>
          <a:p>
            <a:r>
              <a:t>✅ Our Solution: Trust-weighted ML predictions using verified skills</a:t>
            </a:r>
          </a:p>
          <a:p>
            <a:r>
              <a:t>✅ Our Solution: Real-time skill verification with badge system</a:t>
            </a:r>
          </a:p>
          <a:p>
            <a:r>
              <a:t>✅ Our Solution: ATS-optimized resume analysis and autofill</a:t>
            </a:r>
          </a:p>
          <a:p>
            <a:r>
              <a:t>✅ Our Solution: Proactive AI guidance based on user behavior</a:t>
            </a:r>
          </a:p>
          <a:p>
            <a:r>
              <a:t>✅ Our Solution: Multi-model ensemble approach for higher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Feature Set</a:t>
            </a:r>
          </a:p>
          <a:p/>
          <a:p>
            <a:r>
              <a:t>🔍 Skill Verification System</a:t>
            </a:r>
          </a:p>
          <a:p>
            <a:r>
              <a:t>• Live coding challenges with real-time evaluation</a:t>
            </a:r>
          </a:p>
          <a:p>
            <a:r>
              <a:t>• SQL sandbox for database skills testing</a:t>
            </a:r>
          </a:p>
          <a:p>
            <a:r>
              <a:t>• Framework code review with 4-level badge system</a:t>
            </a:r>
          </a:p>
          <a:p>
            <a:r>
              <a:t>• Light proctoring for integrity assurance</a:t>
            </a:r>
          </a:p>
          <a:p/>
          <a:p>
            <a:r>
              <a:t>📄 ATS Resume Analyzer</a:t>
            </a:r>
          </a:p>
          <a:p>
            <a:r>
              <a:t>• Smart autofill based on profile data</a:t>
            </a:r>
          </a:p>
          <a:p>
            <a:r>
              <a:t>• Compatibility scoring with detailed feedback</a:t>
            </a:r>
          </a:p>
          <a:p>
            <a:r>
              <a:t>• Interactive fixes for optimization</a:t>
            </a:r>
          </a:p>
          <a:p>
            <a:r>
              <a:t>• Industry-specific template recommendations</a:t>
            </a:r>
          </a:p>
          <a:p/>
          <a:p>
            <a:r>
              <a:t>🤖 AI Career Chatbot</a:t>
            </a:r>
          </a:p>
          <a:p>
            <a:r>
              <a:t>• Context-aware conversations with personalized suggestions</a:t>
            </a:r>
          </a:p>
          <a:p>
            <a:r>
              <a:t>• Proactive career guidance based on user behavior</a:t>
            </a:r>
          </a:p>
          <a:p>
            <a:r>
              <a:t>• Instant action buttons for immediate engagement</a:t>
            </a:r>
          </a:p>
          <a:p>
            <a:r>
              <a:t>• 24/7 availability for student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 Overview</a:t>
            </a:r>
          </a:p>
          <a:p/>
          <a:p>
            <a:r>
              <a:t>Frontend (Bootstrap) ↔ Flask Web Server ↔ Business Logic ↔ ML Models &amp; NLP ↔ SQLite Database</a:t>
            </a:r>
          </a:p>
          <a:p/>
          <a:p>
            <a:r>
              <a:t>Design Patterns Used:</a:t>
            </a:r>
          </a:p>
          <a:p>
            <a:r>
              <a:t>• MVC-like Pattern: Templates, Flask routes, backend modules</a:t>
            </a:r>
          </a:p>
          <a:p>
            <a:r>
              <a:t>• Singleton Pattern: Database connection management</a:t>
            </a:r>
          </a:p>
          <a:p>
            <a:r>
              <a:t>• Factory Pattern: Model training and assessment engines</a:t>
            </a:r>
          </a:p>
          <a:p>
            <a:r>
              <a:t>• Observer Pattern: Chatbot notifications</a:t>
            </a:r>
          </a:p>
          <a:p/>
          <a:p>
            <a:r>
              <a:t>Component Interaction:</a:t>
            </a:r>
          </a:p>
          <a:p>
            <a:r>
              <a:t>• Frontend ↔ Flask server ↔ Business logic modules ↔ ML models &amp; NLP processors ↔ SQLite database</a:t>
            </a:r>
          </a:p>
          <a:p>
            <a:r>
              <a:t>• External integrations via REST APIs and webhook support</a:t>
            </a:r>
          </a:p>
          <a:p>
            <a:r>
              <a:t>• Sandboxed environments for secure code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Technology Ecosystem</a:t>
            </a:r>
          </a:p>
          <a:p/>
          <a:p>
            <a:r>
              <a:t>🖥️ Frontend</a:t>
            </a:r>
          </a:p>
          <a:p>
            <a:r>
              <a:t>• Bootstrap UI with responsive design</a:t>
            </a:r>
          </a:p>
          <a:p>
            <a:r>
              <a:t>• Jinja2 templating for dynamic content</a:t>
            </a:r>
          </a:p>
          <a:p>
            <a:r>
              <a:t>• Interactive dashboards and visualizations</a:t>
            </a:r>
          </a:p>
          <a:p/>
          <a:p>
            <a:r>
              <a:t>⚙️ Backend</a:t>
            </a:r>
          </a:p>
          <a:p>
            <a:r>
              <a:t>• Flask 3.0.0 as the web framework</a:t>
            </a:r>
          </a:p>
          <a:p>
            <a:r>
              <a:t>• Werkzeug 3.0.1 for WSGI utilities</a:t>
            </a:r>
          </a:p>
          <a:p>
            <a:r>
              <a:t>• SQLite for lightweight database management</a:t>
            </a:r>
          </a:p>
          <a:p/>
          <a:p>
            <a:r>
              <a:t>🧠 Machine Learning</a:t>
            </a:r>
          </a:p>
          <a:p>
            <a:r>
              <a:t>• scikit-learn 1.3.2 for traditional ML models</a:t>
            </a:r>
          </a:p>
          <a:p>
            <a:r>
              <a:t>• XGBoost for gradient boosting algorithms</a:t>
            </a:r>
          </a:p>
          <a:p>
            <a:r>
              <a:t>• TensorFlow 2.15.0 &amp; Keras for deep learning</a:t>
            </a:r>
          </a:p>
          <a:p>
            <a:r>
              <a:t>• PyTorch 2.1.1 for neural networks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Prediction Algorithms</a:t>
            </a:r>
          </a:p>
          <a:p/>
          <a:p>
            <a:r>
              <a:t>📈 Ensemble Approach</a:t>
            </a:r>
          </a:p>
          <a:p>
            <a:r>
              <a:t>Multiple models working together for higher accuracy:</a:t>
            </a:r>
          </a:p>
          <a:p/>
          <a:p>
            <a:r>
              <a:t>1. Logistic Regression: Baseline model with hyperparameter tuning</a:t>
            </a:r>
          </a:p>
          <a:p>
            <a:r>
              <a:t>2. Random Forest: Tree-based ensemble with feature importance</a:t>
            </a:r>
          </a:p>
          <a:p>
            <a:r>
              <a:t>3. XGBoost: Gradient boosting for complex pattern recognition</a:t>
            </a:r>
          </a:p>
          <a:p>
            <a:r>
              <a:t>4. Deep Neural Network: Multi-layer perceptron for non-linear relationships</a:t>
            </a:r>
          </a:p>
          <a:p/>
          <a:p>
            <a:r>
              <a:t>🎯 Model Performance</a:t>
            </a:r>
          </a:p>
          <a:p>
            <a:r>
              <a:t>• Cross-validation for robust evaluation</a:t>
            </a:r>
          </a:p>
          <a:p>
            <a:r>
              <a:t>• AUC-ROC as primary evaluation metric</a:t>
            </a:r>
          </a:p>
          <a:p>
            <a:r>
              <a:t>• Feature importance analysis for interpretability</a:t>
            </a:r>
          </a:p>
          <a:p>
            <a:r>
              <a:t>• Continuous learning from new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 Architecture</a:t>
            </a:r>
          </a:p>
          <a:p/>
          <a:p>
            <a:r>
              <a:t>🧠 Advanced Deep Learning Model</a:t>
            </a:r>
          </a:p>
          <a:p>
            <a:r>
              <a:t>• Multi-layer neural network with dropout regularization</a:t>
            </a:r>
          </a:p>
          <a:p>
            <a:r>
              <a:t>• Batch normalization for stable training</a:t>
            </a:r>
          </a:p>
          <a:p>
            <a:r>
              <a:t>• Adam optimizer with learning rate scheduling</a:t>
            </a:r>
          </a:p>
          <a:p>
            <a:r>
              <a:t>• Early stopping to prevent overfitting</a:t>
            </a:r>
          </a:p>
          <a:p/>
          <a:p>
            <a:r>
              <a:t>📊 Architecture Details</a:t>
            </a:r>
          </a:p>
          <a:p>
            <a:r>
              <a:t>• Input layer: 34 features (academic, technical, soft skills)</a:t>
            </a:r>
          </a:p>
          <a:p>
            <a:r>
              <a:t>• Hidden layers: 256 → 128 → 64 → 32 neurons with ReLU activation</a:t>
            </a:r>
          </a:p>
          <a:p>
            <a:r>
              <a:t>• Output layer: Single neuron with sigmoid activation</a:t>
            </a:r>
          </a:p>
          <a:p>
            <a:r>
              <a:t>• Regularization: L2 regularization and dropout layers</a:t>
            </a:r>
          </a:p>
          <a:p/>
          <a:p>
            <a:r>
              <a:t>🎯 Training Results</a:t>
            </a:r>
          </a:p>
          <a:p>
            <a:r>
              <a:t>• Validation AUC: 1.0000 (on test data)</a:t>
            </a:r>
          </a:p>
          <a:p>
            <a:r>
              <a:t>• Validation Accuracy: 0.9500 (on test data)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&amp; Verification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Evaluation Framework</a:t>
            </a:r>
          </a:p>
          <a:p/>
          <a:p>
            <a:r>
              <a:t>🧪 Multi-Dimensional Assessments</a:t>
            </a:r>
          </a:p>
          <a:p>
            <a:r>
              <a:t>1. Comprehensive Aptitude Tests: Cognitive and analytical skills</a:t>
            </a:r>
          </a:p>
          <a:p>
            <a:r>
              <a:t>2. Technical Skill Quizzes: Programming language proficiency</a:t>
            </a:r>
          </a:p>
          <a:p>
            <a:r>
              <a:t>3. Communication Analysis: Written and verbal communication</a:t>
            </a:r>
          </a:p>
          <a:p>
            <a:r>
              <a:t>4. Situational Judgment Tests: Professional decision-making</a:t>
            </a:r>
          </a:p>
          <a:p>
            <a:r>
              <a:t>5. Mock Interviews: Realistic interview simulation</a:t>
            </a:r>
          </a:p>
          <a:p/>
          <a:p>
            <a:r>
              <a:t>🔐 Trust but Verify Approach</a:t>
            </a:r>
          </a:p>
          <a:p>
            <a:r>
              <a:t>• 4-Level Badge System: Basic → Intermediate → Advanced → Verified</a:t>
            </a:r>
          </a:p>
          <a:p>
            <a:r>
              <a:t>• Live Coding Challenges: Real-time code evaluation</a:t>
            </a:r>
          </a:p>
          <a:p>
            <a:r>
              <a:t>• SQL Sandbox: Database query assessment</a:t>
            </a:r>
          </a:p>
          <a:p>
            <a:r>
              <a:t>• Framework Code Review: Best practices verification</a:t>
            </a:r>
          </a:p>
          <a:p>
            <a:r>
              <a:t>• Light Proctoring: Integrity assurance without invasion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Guidance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Career Development</a:t>
            </a:r>
          </a:p>
          <a:p/>
          <a:p>
            <a:r>
              <a:t>🤖 AI Career Chatbot</a:t>
            </a:r>
          </a:p>
          <a:p>
            <a:r>
              <a:t>• Context-aware conversations with personalized suggestions</a:t>
            </a:r>
          </a:p>
          <a:p>
            <a:r>
              <a:t>• Proactive career guidance based on user behavior</a:t>
            </a:r>
          </a:p>
          <a:p>
            <a:r>
              <a:t>• Instant action buttons for immediate engagement</a:t>
            </a:r>
          </a:p>
          <a:p>
            <a:r>
              <a:t>• 24/7 availability for student support</a:t>
            </a:r>
          </a:p>
          <a:p/>
          <a:p>
            <a:r>
              <a:t>📚 Course Recommendation Engine</a:t>
            </a:r>
          </a:p>
          <a:p>
            <a:r>
              <a:t>• Personalized learning path recommendations</a:t>
            </a:r>
          </a:p>
          <a:p>
            <a:r>
              <a:t>• Free and paid course alternatives</a:t>
            </a:r>
          </a:p>
          <a:p>
            <a:r>
              <a:t>• Company-specific skill development paths</a:t>
            </a:r>
          </a:p>
          <a:p>
            <a:r>
              <a:t>• Progress tracking and completion certificates</a:t>
            </a:r>
          </a:p>
          <a:p/>
          <a:p>
            <a:r>
              <a:t>🔍 Smart Search Engine</a:t>
            </a:r>
          </a:p>
          <a:p>
            <a:r>
              <a:t>• Intelligent job search with filters</a:t>
            </a:r>
          </a:p>
          <a:p>
            <a:r>
              <a:t>• Skill-based matching algorithms</a:t>
            </a:r>
          </a:p>
          <a:p>
            <a:r>
              <a:t>• Salary range predictions</a:t>
            </a:r>
          </a:p>
          <a:p>
            <a:r>
              <a:t>• Location-based opportunities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Portable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Offline-Ready Deployment</a:t>
            </a:r>
          </a:p>
          <a:p/>
          <a:p>
            <a:r>
              <a:t>📦 Self-Contained Environment</a:t>
            </a:r>
          </a:p>
          <a:p>
            <a:r>
              <a:t>• All dependencies pre-installed in portable environment</a:t>
            </a:r>
          </a:p>
          <a:p>
            <a:r>
              <a:t>• No internet required after initial setup</a:t>
            </a:r>
          </a:p>
          <a:p>
            <a:r>
              <a:t>• No repeated downloads or installations</a:t>
            </a:r>
          </a:p>
          <a:p>
            <a:r>
              <a:t>• Consistent environment across different machines</a:t>
            </a:r>
          </a:p>
          <a:p/>
          <a:p>
            <a:r>
              <a:t>🚀 Quick Start Options</a:t>
            </a:r>
          </a:p>
          <a:p>
            <a:r>
              <a:t>1. Direct Run: Double-click run_direct.bat</a:t>
            </a:r>
          </a:p>
          <a:p>
            <a:r>
              <a:t>2. Development Mode: Activate environment and run manually</a:t>
            </a:r>
          </a:p>
          <a:p>
            <a:r>
              <a:t>3. Production Deployment: Using Gunicorn or Waitress</a:t>
            </a:r>
          </a:p>
          <a:p/>
          <a:p>
            <a:r>
              <a:t>📁 Directory Structure</a:t>
            </a:r>
          </a:p>
          <a:p>
            <a:r>
              <a:t>placement predictor/</a:t>
            </a:r>
          </a:p>
          <a:p>
            <a:r>
              <a:t>├── portable_env/           # Python environment</a:t>
            </a:r>
          </a:p>
          <a:p>
            <a:r>
              <a:t>├── requirements_cache/     # Cached packages</a:t>
            </a:r>
          </a:p>
          <a:p>
            <a:r>
              <a:t>├── src/                    # Source code</a:t>
            </a:r>
          </a:p>
          <a:p>
            <a:r>
              <a:t>├── data/                   # Data files</a:t>
            </a:r>
          </a:p>
          <a:p>
            <a:r>
              <a:t>├── templates/              # HTML templates</a:t>
            </a:r>
          </a:p>
          <a:p>
            <a:r>
              <a:t>└── models/                 # Trained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Data Management</a:t>
            </a:r>
          </a:p>
          <a:p/>
          <a:p>
            <a:r>
              <a:t>🗃️ Key Tables</a:t>
            </a:r>
          </a:p>
          <a:p>
            <a:r>
              <a:t>1. Users: Student and admin account management</a:t>
            </a:r>
          </a:p>
          <a:p>
            <a:r>
              <a:t>2. Student Profiles: Detailed academic and skill information</a:t>
            </a:r>
          </a:p>
          <a:p>
            <a:r>
              <a:t>3. Assessment Results: Skill evaluation tracking</a:t>
            </a:r>
          </a:p>
          <a:p>
            <a:r>
              <a:t>4. Placement Predictions: Prediction history and analytics</a:t>
            </a:r>
          </a:p>
          <a:p>
            <a:r>
              <a:t>5. Course Progress: Learning path tracking</a:t>
            </a:r>
          </a:p>
          <a:p>
            <a:r>
              <a:t>6. User Sessions: Authentication and session management</a:t>
            </a:r>
          </a:p>
          <a:p/>
          <a:p>
            <a:r>
              <a:t>🔗 Relationships</a:t>
            </a:r>
          </a:p>
          <a:p>
            <a:r>
              <a:t>• One-to-one: Users ↔ Student Profiles</a:t>
            </a:r>
          </a:p>
          <a:p>
            <a:r>
              <a:t>• One-to-many: Users ↔ Assessments, Predictions, Course Progress</a:t>
            </a:r>
          </a:p>
          <a:p>
            <a:r>
              <a:t>• Foreign key constraints for data integrity</a:t>
            </a:r>
          </a:p>
          <a:p>
            <a:r>
              <a:t>• Cascading deletes for clean data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Success Metrics</a:t>
            </a:r>
          </a:p>
          <a:p/>
          <a:p>
            <a:r>
              <a:t>🎯 Key Achievements</a:t>
            </a:r>
          </a:p>
          <a:p>
            <a:r>
              <a:t>• Portable Environment: Fully self-contained with offline capability</a:t>
            </a:r>
          </a:p>
          <a:p>
            <a:r>
              <a:t>• Model Performance: High accuracy with ensemble approach</a:t>
            </a:r>
          </a:p>
          <a:p>
            <a:r>
              <a:t>• Skill Verification: Real-time assessment with badge system</a:t>
            </a:r>
          </a:p>
          <a:p>
            <a:r>
              <a:t>• User Experience: Intuitive interface with comprehensive features</a:t>
            </a:r>
          </a:p>
          <a:p/>
          <a:p>
            <a:r>
              <a:t>📊 Performance Benchmarks</a:t>
            </a:r>
          </a:p>
          <a:p>
            <a:r>
              <a:t>• Prediction response time: &lt; 200ms</a:t>
            </a:r>
          </a:p>
          <a:p>
            <a:r>
              <a:t>• Database queries: &lt; 50ms</a:t>
            </a:r>
          </a:p>
          <a:p>
            <a:r>
              <a:t>• Code execution: &lt; 5 seconds</a:t>
            </a:r>
          </a:p>
          <a:p>
            <a:r>
              <a:t>• Supports 500+ concurrent users</a:t>
            </a:r>
          </a:p>
          <a:p/>
          <a:p>
            <a:r>
              <a:t>✅ Quality Assurance</a:t>
            </a:r>
          </a:p>
          <a:p>
            <a:r>
              <a:t>• Comprehensive testing of all modules</a:t>
            </a:r>
          </a:p>
          <a:p>
            <a:r>
              <a:t>• Cross-validation for model robustness</a:t>
            </a:r>
          </a:p>
          <a:p>
            <a:r>
              <a:t>• Error handling and graceful degradation</a:t>
            </a:r>
          </a:p>
          <a:p>
            <a:r>
              <a:t>• Security measures for data protection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 for Continuous Improvement</a:t>
            </a:r>
          </a:p>
          <a:p/>
          <a:p>
            <a:r>
              <a:t>🚀 Planned Features</a:t>
            </a:r>
          </a:p>
          <a:p>
            <a:r>
              <a:t>1. Mobile Application: Native mobile experience for on-the-go access</a:t>
            </a:r>
          </a:p>
          <a:p>
            <a:r>
              <a:t>2. Industry Partnerships: Direct integration with company recruitment systems</a:t>
            </a:r>
          </a:p>
          <a:p>
            <a:r>
              <a:t>3. Advanced Analytics: Predictive analytics for institutional planning</a:t>
            </a:r>
          </a:p>
          <a:p>
            <a:r>
              <a:t>4. Multi-Language Support: Global accessibility and localization</a:t>
            </a:r>
          </a:p>
          <a:p>
            <a:r>
              <a:t>5. Blockchain Verification: Immutable skill verification records</a:t>
            </a:r>
          </a:p>
          <a:p/>
          <a:p>
            <a:r>
              <a:t>🛠️ Technical Improvements</a:t>
            </a:r>
          </a:p>
          <a:p>
            <a:r>
              <a:t>• Enhanced deep learning architectures</a:t>
            </a:r>
          </a:p>
          <a:p>
            <a:r>
              <a:t>• Real-time model updating with streaming data</a:t>
            </a:r>
          </a:p>
          <a:p>
            <a:r>
              <a:t>• Improved natural language processing capabilities</a:t>
            </a:r>
          </a:p>
          <a:p>
            <a:r>
              <a:t>• Advanced visualization and reporting tools</a:t>
            </a:r>
          </a:p>
          <a:p>
            <a:r>
              <a:t>• Scalability enhancements for enterprise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Career Development</a:t>
            </a:r>
          </a:p>
          <a:p/>
          <a:p>
            <a:r>
              <a:t>🌟 Key Benefits</a:t>
            </a:r>
          </a:p>
          <a:p>
            <a:r>
              <a:t>• For Students: Accurate predictions, skill verification, personalized guidance</a:t>
            </a:r>
          </a:p>
          <a:p>
            <a:r>
              <a:t>• For Institutions: Higher placement rates, analytics, student tracking</a:t>
            </a:r>
          </a:p>
          <a:p>
            <a:r>
              <a:t>• For Employers: Verified skills, better candidate matching</a:t>
            </a:r>
          </a:p>
          <a:p/>
          <a:p>
            <a:r>
              <a:t>🎯 Impact</a:t>
            </a:r>
          </a:p>
          <a:p>
            <a:r>
              <a:t>• Increased placement success rates</a:t>
            </a:r>
          </a:p>
          <a:p>
            <a:r>
              <a:t>• Reduced time-to-hire for employers</a:t>
            </a:r>
          </a:p>
          <a:p>
            <a:r>
              <a:t>• Enhanced student confidence and preparedness</a:t>
            </a:r>
          </a:p>
          <a:p>
            <a:r>
              <a:t>• Data-driven career development decisions</a:t>
            </a:r>
          </a:p>
          <a:p/>
          <a:p>
            <a:r>
              <a:t>🚀 Ready for Deployment</a:t>
            </a:r>
          </a:p>
          <a:p>
            <a:r>
              <a:t>• Fully functional portable environment</a:t>
            </a:r>
          </a:p>
          <a:p>
            <a:r>
              <a:t>• Comprehensive documentation</a:t>
            </a:r>
          </a:p>
          <a:p>
            <a:r>
              <a:t>• Easy setup and maintenance</a:t>
            </a:r>
          </a:p>
          <a:p>
            <a:r>
              <a:t>• Scalable architecture for growth</a:t>
            </a:r>
          </a:p>
          <a:p/>
          <a:p>
            <a:r>
              <a:t>Thank You!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Demonstration</a:t>
            </a:r>
          </a:p>
          <a:p/>
          <a:p>
            <a:r>
              <a:t>🖥️ Quick Start Guide</a:t>
            </a:r>
          </a:p>
          <a:p>
            <a:r>
              <a:t>1. Double-click run_direct.bat</a:t>
            </a:r>
          </a:p>
          <a:p>
            <a:r>
              <a:t>2. Open browser to http://localhost:5000</a:t>
            </a:r>
          </a:p>
          <a:p>
            <a:r>
              <a:t>3. Login with admin credentials:</a:t>
            </a:r>
          </a:p>
          <a:p>
            <a:r>
              <a:t>   • Email: admin@placement.system</a:t>
            </a:r>
          </a:p>
          <a:p>
            <a:r>
              <a:t>   • Password: admin123</a:t>
            </a:r>
          </a:p>
          <a:p/>
          <a:p>
            <a:r>
              <a:t>📋 Key Demo Features</a:t>
            </a:r>
          </a:p>
          <a:p>
            <a:r>
              <a:t>• Student dashboard with placement predictions</a:t>
            </a:r>
          </a:p>
          <a:p>
            <a:r>
              <a:t>• Skill assessment and verification</a:t>
            </a:r>
          </a:p>
          <a:p>
            <a:r>
              <a:t>• AI chatbot interaction</a:t>
            </a:r>
          </a:p>
          <a:p>
            <a:r>
              <a:t>• Resume analysis and optimization</a:t>
            </a:r>
          </a:p>
          <a:p>
            <a:r>
              <a:t>• Course recommendations</a:t>
            </a:r>
          </a:p>
          <a:p/>
          <a:p>
            <a:r>
              <a:t>❓ Questions &amp; Answers</a:t>
            </a:r>
          </a:p>
          <a:p>
            <a:r>
              <a:t>Open floor for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